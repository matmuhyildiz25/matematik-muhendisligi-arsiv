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4" r:id="rId4"/>
    <p:sldId id="295" r:id="rId5"/>
    <p:sldId id="296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7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485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042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3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080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633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832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380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522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13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299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59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41B0-B9C2-4935-8942-4D72C89398E1}" type="datetimeFigureOut">
              <a:rPr lang="tr-TR" smtClean="0"/>
              <a:t>22.5.2020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13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4800" b="1" dirty="0" smtClean="0"/>
              <a:t>EXERCISES-5</a:t>
            </a:r>
            <a:endParaRPr lang="tr-TR" sz="4800" b="1" dirty="0"/>
          </a:p>
        </p:txBody>
      </p:sp>
    </p:spTree>
    <p:extLst>
      <p:ext uri="{BB962C8B-B14F-4D97-AF65-F5344CB8AC3E}">
        <p14:creationId xmlns:p14="http://schemas.microsoft.com/office/powerpoint/2010/main" val="125593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16832"/>
            <a:ext cx="7704856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33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7848872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877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20"/>
            <a:ext cx="7376160" cy="4465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236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72816"/>
            <a:ext cx="7254240" cy="449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564904"/>
            <a:ext cx="25146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9180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5" y="548680"/>
            <a:ext cx="4343400" cy="74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67183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60" y="2708920"/>
            <a:ext cx="7776864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717032"/>
            <a:ext cx="698477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869160"/>
            <a:ext cx="7704856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22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416824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684310"/>
            <a:ext cx="22764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648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00808"/>
            <a:ext cx="8568952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103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620688"/>
            <a:ext cx="5760640" cy="10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39" y="1584651"/>
            <a:ext cx="63436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39" y="2708920"/>
            <a:ext cx="7920880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437112"/>
            <a:ext cx="82105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37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7078980" cy="145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429000"/>
            <a:ext cx="39243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60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4824"/>
            <a:ext cx="7704856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636912"/>
            <a:ext cx="18573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478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48680"/>
            <a:ext cx="3672840" cy="883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12777"/>
            <a:ext cx="5934075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48880"/>
            <a:ext cx="57150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77" y="4149080"/>
            <a:ext cx="7262915" cy="1020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3384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92696"/>
            <a:ext cx="5052060" cy="188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844824"/>
            <a:ext cx="21526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831985"/>
            <a:ext cx="55530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077072"/>
            <a:ext cx="4572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733256"/>
            <a:ext cx="45053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772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7704856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08920"/>
            <a:ext cx="22288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2010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640960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943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36912"/>
            <a:ext cx="8568952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51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7132320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463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38" y="404664"/>
            <a:ext cx="8023860" cy="177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4864"/>
            <a:ext cx="7704856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53" y="4142176"/>
            <a:ext cx="691276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883" y="5714156"/>
            <a:ext cx="42862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3793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756084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4529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268760"/>
            <a:ext cx="6217920" cy="353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171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48680"/>
            <a:ext cx="7344816" cy="173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695325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6592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0768"/>
            <a:ext cx="604867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43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28800"/>
            <a:ext cx="6840760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2261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6840760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159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7063740" cy="632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175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988840"/>
            <a:ext cx="294132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2191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916832"/>
            <a:ext cx="532859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4920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705678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86386"/>
            <a:ext cx="8002661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434111"/>
            <a:ext cx="18002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205636"/>
            <a:ext cx="59055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9312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7200800" cy="1112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140968"/>
            <a:ext cx="56197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6091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5783580" cy="145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4746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484784"/>
            <a:ext cx="2651760" cy="302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79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124744"/>
            <a:ext cx="6264696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394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84076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7776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700808"/>
            <a:ext cx="2324100" cy="3078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901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36712"/>
            <a:ext cx="6624736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52936"/>
            <a:ext cx="542925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247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16766</TotalTime>
  <Words>1</Words>
  <Application>Microsoft Office PowerPoint</Application>
  <PresentationFormat>Ekran Gösterisi (4:3)</PresentationFormat>
  <Paragraphs>1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35</vt:i4>
      </vt:variant>
    </vt:vector>
  </HeadingPairs>
  <TitlesOfParts>
    <vt:vector size="36" baseType="lpstr">
      <vt:lpstr>Ofis Teması</vt:lpstr>
      <vt:lpstr>EXERCISES-5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EXERCISES</dc:title>
  <dc:creator>lenovo</dc:creator>
  <cp:lastModifiedBy>lenovo</cp:lastModifiedBy>
  <cp:revision>63</cp:revision>
  <dcterms:created xsi:type="dcterms:W3CDTF">2020-04-16T23:12:54Z</dcterms:created>
  <dcterms:modified xsi:type="dcterms:W3CDTF">2020-05-21T23:41:01Z</dcterms:modified>
</cp:coreProperties>
</file>