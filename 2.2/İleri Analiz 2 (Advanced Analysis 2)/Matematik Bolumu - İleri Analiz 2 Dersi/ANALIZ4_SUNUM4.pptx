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282" r:id="rId39"/>
    <p:sldId id="302" r:id="rId40"/>
    <p:sldId id="303" r:id="rId41"/>
    <p:sldId id="283" r:id="rId42"/>
    <p:sldId id="284" r:id="rId43"/>
    <p:sldId id="287" r:id="rId44"/>
    <p:sldId id="288" r:id="rId45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397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485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042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3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03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633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832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380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522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138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299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59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41B0-B9C2-4935-8942-4D72C89398E1}" type="datetimeFigureOut">
              <a:rPr lang="tr-TR" smtClean="0"/>
              <a:t>15.5.2020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79082-05E9-43C5-A475-A07A7837CF3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13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4800" b="1" dirty="0" smtClean="0"/>
              <a:t>EXERCISES-4</a:t>
            </a:r>
            <a:endParaRPr lang="tr-TR" sz="4800" b="1" dirty="0"/>
          </a:p>
        </p:txBody>
      </p:sp>
    </p:spTree>
    <p:extLst>
      <p:ext uri="{BB962C8B-B14F-4D97-AF65-F5344CB8AC3E}">
        <p14:creationId xmlns:p14="http://schemas.microsoft.com/office/powerpoint/2010/main" val="125593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72816"/>
            <a:ext cx="5544616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84004"/>
            <a:ext cx="8610600" cy="44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105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28800"/>
            <a:ext cx="3268980" cy="24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00808"/>
            <a:ext cx="31527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019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76672"/>
            <a:ext cx="7132499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1276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02637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021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6545580" cy="2697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905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836712"/>
            <a:ext cx="6264696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387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792088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81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734481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074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836712"/>
            <a:ext cx="6624736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449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7056784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7147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12068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98" y="2243138"/>
            <a:ext cx="84867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977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060848"/>
            <a:ext cx="2994660" cy="188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916832"/>
            <a:ext cx="53435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802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916832"/>
            <a:ext cx="4032448" cy="160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845" y="3960712"/>
            <a:ext cx="63912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99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261860" cy="4351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25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340768"/>
            <a:ext cx="5745480" cy="303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687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80728"/>
            <a:ext cx="6768752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22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6552728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2767013"/>
            <a:ext cx="75819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090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7272808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695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692696"/>
            <a:ext cx="6284202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817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2771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1767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71628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9014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692696"/>
            <a:ext cx="6048672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4491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700808"/>
            <a:ext cx="6624736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612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7416824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0078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060848"/>
            <a:ext cx="4608512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040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72816"/>
            <a:ext cx="770485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09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908720"/>
            <a:ext cx="612068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3369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770485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3784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844824"/>
            <a:ext cx="3816424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337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628800"/>
            <a:ext cx="7416824" cy="332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747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764704"/>
            <a:ext cx="5760640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484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7560840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4095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844824"/>
            <a:ext cx="5431874" cy="317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7432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908720"/>
            <a:ext cx="7632848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9086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84784"/>
            <a:ext cx="5976664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3108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20080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8008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60848"/>
            <a:ext cx="7488832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87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836712"/>
            <a:ext cx="633670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857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20888"/>
            <a:ext cx="741682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3651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70485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5834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6984776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81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813690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2258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908720"/>
            <a:ext cx="705678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826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16187</TotalTime>
  <Words>1</Words>
  <Application>Microsoft Office PowerPoint</Application>
  <PresentationFormat>Ekran Gösterisi (4:3)</PresentationFormat>
  <Paragraphs>1</Paragraphs>
  <Slides>44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44</vt:i4>
      </vt:variant>
    </vt:vector>
  </HeadingPairs>
  <TitlesOfParts>
    <vt:vector size="45" baseType="lpstr">
      <vt:lpstr>Ofis Teması</vt:lpstr>
      <vt:lpstr>EXERCISES-4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EXERCISES</dc:title>
  <dc:creator>lenovo</dc:creator>
  <cp:lastModifiedBy>lenovo</cp:lastModifiedBy>
  <cp:revision>48</cp:revision>
  <dcterms:created xsi:type="dcterms:W3CDTF">2020-04-16T23:12:54Z</dcterms:created>
  <dcterms:modified xsi:type="dcterms:W3CDTF">2020-05-19T20:07:08Z</dcterms:modified>
</cp:coreProperties>
</file>